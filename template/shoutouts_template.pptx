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21.xml" ContentType="application/vnd.openxmlformats-officedocument.presentationml.slideLayout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5"/>
  </p:sldMasterIdLst>
  <p:notesMasterIdLst>
    <p:notesMasterId r:id="rId6"/>
  </p:notesMasterIdLst>
  <p:sldIdLst/>
  <p:sldSz cy="5143500" cx="9144000"/>
  <p:notesSz cx="6858000" cy="9144000"/>
  <p:embeddedFontLst>
    <p:embeddedFont>
      <p:font typeface="Oswald Medium"/>
      <p:regular r:id="rId24"/>
      <p:bold r:id="rId25"/>
    </p:embeddedFont>
    <p:embeddedFont>
      <p:font typeface="Roboto Medium"/>
      <p:regular r:id="rId26"/>
      <p:bold r:id="rId27"/>
      <p:italic r:id="rId28"/>
      <p:boldItalic r:id="rId29"/>
    </p:embeddedFont>
    <p:embeddedFont>
      <p:font typeface="Roboto"/>
      <p:regular r:id="rId30"/>
      <p:bold r:id="rId31"/>
      <p:italic r:id="rId32"/>
      <p:boldItalic r:id="rId33"/>
    </p:embeddedFont>
    <p:embeddedFont>
      <p:font typeface="Nunito"/>
      <p:regular r:id="rId34"/>
      <p:bold r:id="rId35"/>
      <p:italic r:id="rId36"/>
      <p:boldItalic r:id="rId37"/>
    </p:embeddedFont>
    <p:embeddedFont>
      <p:font typeface="Oswald Light"/>
      <p:regular r:id="rId38"/>
      <p:bold r:id="rId39"/>
    </p:embeddedFont>
    <p:embeddedFont>
      <p:font typeface="Oswald SemiBold"/>
      <p:regular r:id="rId40"/>
      <p:bold r:id="rId41"/>
    </p:embeddedFont>
    <p:embeddedFont>
      <p:font typeface="Roboto Light"/>
      <p:regular r:id="rId42"/>
      <p:bold r:id="rId43"/>
      <p:italic r:id="rId44"/>
      <p:boldItalic r:id="rId45"/>
    </p:embeddedFont>
    <p:embeddedFont>
      <p:font typeface="Oswal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4" Type="http://schemas.openxmlformats.org/officeDocument/2006/relationships/font" Target="fonts/OswaldMedium-regular.fntdata"/><Relationship Id="rId25" Type="http://schemas.openxmlformats.org/officeDocument/2006/relationships/font" Target="fonts/OswaldMedium-bold.fntdata"/><Relationship Id="rId26" Type="http://schemas.openxmlformats.org/officeDocument/2006/relationships/font" Target="fonts/RobotoMedium-regular.fntdata"/><Relationship Id="rId27" Type="http://schemas.openxmlformats.org/officeDocument/2006/relationships/font" Target="fonts/RobotoMedium-bold.fntdata"/><Relationship Id="rId28" Type="http://schemas.openxmlformats.org/officeDocument/2006/relationships/font" Target="fonts/RobotoMedium-italic.fntdata"/><Relationship Id="rId29" Type="http://schemas.openxmlformats.org/officeDocument/2006/relationships/font" Target="fonts/RobotoMedium-boldItalic.fntdata"/><Relationship Id="rId30" Type="http://schemas.openxmlformats.org/officeDocument/2006/relationships/font" Target="fonts/Roboto-regular.fntdata"/><Relationship Id="rId31" Type="http://schemas.openxmlformats.org/officeDocument/2006/relationships/font" Target="fonts/Roboto-bold.fntdata"/><Relationship Id="rId32" Type="http://schemas.openxmlformats.org/officeDocument/2006/relationships/font" Target="fonts/Roboto-italic.fntdata"/><Relationship Id="rId33" Type="http://schemas.openxmlformats.org/officeDocument/2006/relationships/font" Target="fonts/Roboto-boldItalic.fntdata"/><Relationship Id="rId34" Type="http://schemas.openxmlformats.org/officeDocument/2006/relationships/font" Target="fonts/Nunito-regular.fntdata"/><Relationship Id="rId35" Type="http://schemas.openxmlformats.org/officeDocument/2006/relationships/font" Target="fonts/Nunito-bold.fntdata"/><Relationship Id="rId36" Type="http://schemas.openxmlformats.org/officeDocument/2006/relationships/font" Target="fonts/Nunito-italic.fntdata"/><Relationship Id="rId37" Type="http://schemas.openxmlformats.org/officeDocument/2006/relationships/font" Target="fonts/Nunito-boldItalic.fntdata"/><Relationship Id="rId38" Type="http://schemas.openxmlformats.org/officeDocument/2006/relationships/font" Target="fonts/OswaldLight-regular.fntdata"/><Relationship Id="rId39" Type="http://schemas.openxmlformats.org/officeDocument/2006/relationships/font" Target="fonts/OswaldLight-bold.fntdata"/><Relationship Id="rId40" Type="http://schemas.openxmlformats.org/officeDocument/2006/relationships/font" Target="fonts/OswaldSemiBold-regular.fntdata"/><Relationship Id="rId41" Type="http://schemas.openxmlformats.org/officeDocument/2006/relationships/font" Target="fonts/OswaldSemiBold-bold.fntdata"/><Relationship Id="rId42" Type="http://schemas.openxmlformats.org/officeDocument/2006/relationships/font" Target="fonts/RobotoLight-regular.fntdata"/><Relationship Id="rId43" Type="http://schemas.openxmlformats.org/officeDocument/2006/relationships/font" Target="fonts/RobotoLight-bold.fntdata"/><Relationship Id="rId44" Type="http://schemas.openxmlformats.org/officeDocument/2006/relationships/font" Target="fonts/RobotoLight-italic.fntdata"/><Relationship Id="rId45" Type="http://schemas.openxmlformats.org/officeDocument/2006/relationships/font" Target="fonts/RobotoLight-boldItalic.fntdata"/><Relationship Id="rId46" Type="http://schemas.openxmlformats.org/officeDocument/2006/relationships/font" Target="fonts/Oswald-regular.fntdata"/><Relationship Id="rId47" Type="http://schemas.openxmlformats.org/officeDocument/2006/relationships/font" Target="fonts/Oswald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2.xml.rels><?xml version='1.0' encoding='UTF-8' standalone='yes'?>
<Relationships xmlns="http://schemas.openxmlformats.org/package/2006/relationships"><Relationship Id="rId9" Type="http://schemas.openxmlformats.org/officeDocument/2006/relationships/slideLayout" Target="../slideLayouts/slideLayout21.xml"/><Relationship Id="rId34" Type="http://schemas.openxmlformats.org/officeDocument/2006/relationships/theme" Target="../theme/theme1.xml"/></Relationships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8" r:id="rId9"/>
  </p:sldLayoutIdLst>
  <mc:AlternateContent>
    <mc:Choice Requires="p14">
      <p:transition spd="med">
        <p14:flip dir="l"/>
      </p:transition>
    </mc:Choice>
    <mc:Fallback>
      <p:transition spd="med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theme/theme1.xml><?xml version="1.0" encoding="utf-8"?>
<a:theme xmlns:a="http://schemas.openxmlformats.org/drawingml/2006/main" xmlns:r="http://schemas.openxmlformats.org/officeDocument/2006/relationships" name="HAUSC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